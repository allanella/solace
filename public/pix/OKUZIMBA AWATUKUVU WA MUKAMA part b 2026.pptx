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5" r:id="rId4"/>
    <p:sldId id="264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3" r:id="rId15"/>
    <p:sldId id="281" r:id="rId16"/>
    <p:sldId id="266" r:id="rId17"/>
    <p:sldId id="267" r:id="rId18"/>
    <p:sldId id="268" r:id="rId19"/>
    <p:sldId id="269" r:id="rId20"/>
    <p:sldId id="270" r:id="rId21"/>
    <p:sldId id="271" r:id="rId22"/>
    <p:sldId id="282" r:id="rId23"/>
    <p:sldId id="283" r:id="rId24"/>
    <p:sldId id="284" r:id="rId25"/>
    <p:sldId id="285" r:id="rId26"/>
    <p:sldId id="286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95930"/>
            <a:ext cx="10515600" cy="977900"/>
          </a:xfrm>
        </p:spPr>
        <p:txBody>
          <a:bodyPr>
            <a:noAutofit/>
          </a:bodyPr>
          <a:p>
            <a:pPr algn="ctr"/>
            <a:r>
              <a:rPr lang="en-US" sz="11500"/>
              <a:t>OKUZIMBA AWATUKUVU WA MUKAMA 2026</a:t>
            </a:r>
            <a:endParaRPr lang="en-US" sz="11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635" y="470535"/>
            <a:ext cx="9996170" cy="6080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9470" y="70485"/>
            <a:ext cx="10516235" cy="671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72210" y="255270"/>
            <a:ext cx="9831705" cy="6274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6815" y="217805"/>
            <a:ext cx="9718040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7915" y="414655"/>
            <a:ext cx="10117455" cy="6153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6155" y="198755"/>
            <a:ext cx="10175875" cy="6494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5665" y="451485"/>
            <a:ext cx="10514965" cy="6153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3475" y="254000"/>
            <a:ext cx="1007491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3960" y="125095"/>
            <a:ext cx="9926320" cy="6631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6845" y="201930"/>
            <a:ext cx="9341485" cy="65208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3530" y="-40640"/>
            <a:ext cx="7921625" cy="6717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0530" y="1267460"/>
            <a:ext cx="11291570" cy="40468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6625" y="230505"/>
            <a:ext cx="10515600" cy="63728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2205" y="78105"/>
            <a:ext cx="9690735" cy="66535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4920" y="143510"/>
            <a:ext cx="9720580" cy="641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3530" y="309880"/>
            <a:ext cx="9170670" cy="62972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2355" y="180340"/>
            <a:ext cx="9842500" cy="64941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1240" y="273050"/>
            <a:ext cx="10130790" cy="64115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3840" y="101600"/>
            <a:ext cx="9258300" cy="66059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7135" y="109855"/>
            <a:ext cx="9643745" cy="65893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0465" y="171450"/>
            <a:ext cx="9638665" cy="66179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7565" y="250190"/>
            <a:ext cx="10052685" cy="65093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0100" y="199390"/>
            <a:ext cx="10118090" cy="65017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3155" y="107315"/>
            <a:ext cx="9690735" cy="6654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Spreadsheets</Application>
  <PresentationFormat>Widescreen</PresentationFormat>
  <Paragraphs>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OKUZIMBA AWATUKUVU WA MUKAMA 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OKUZIMBA AWATUKUVU WA MUKAMA 2026</dc:title>
  <dc:creator>lmwesigwa</dc:creator>
  <cp:lastModifiedBy>Lamech Mwesigwa</cp:lastModifiedBy>
  <cp:revision>8</cp:revision>
  <dcterms:created xsi:type="dcterms:W3CDTF">2026-09-12T07:46:45Z</dcterms:created>
  <dcterms:modified xsi:type="dcterms:W3CDTF">2026-09-12T07:46:45Z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1033-5.7.3.8095</vt:lpwstr>
  </property>
</Properties>
</file>